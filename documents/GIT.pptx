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803" r:id="rId2"/>
    <p:sldId id="833" r:id="rId3"/>
    <p:sldId id="824" r:id="rId4"/>
    <p:sldId id="828" r:id="rId5"/>
    <p:sldId id="805" r:id="rId6"/>
    <p:sldId id="829" r:id="rId7"/>
    <p:sldId id="832" r:id="rId8"/>
    <p:sldId id="830" r:id="rId9"/>
    <p:sldId id="83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16F36E-9097-4007-80BA-1FBE04F5EBE4}" v="7" dt="2026-03-21T09:13:17.9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23" autoAdjust="0"/>
    <p:restoredTop sz="94660"/>
  </p:normalViewPr>
  <p:slideViewPr>
    <p:cSldViewPr snapToGrid="0">
      <p:cViewPr varScale="1">
        <p:scale>
          <a:sx n="78" d="100"/>
          <a:sy n="78" d="100"/>
        </p:scale>
        <p:origin x="40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50" d="100"/>
          <a:sy n="150" d="100"/>
        </p:scale>
        <p:origin x="432" y="-14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maraj Sri" userId="19a0e5d8ca647d76" providerId="LiveId" clId="{72EC9BEC-BBF1-4FEA-8F94-696BF3EC7A99}"/>
    <pc:docChg chg="undo redo custSel addSld delSld modSld sldOrd">
      <pc:chgData name="Ramaraj Sri" userId="19a0e5d8ca647d76" providerId="LiveId" clId="{72EC9BEC-BBF1-4FEA-8F94-696BF3EC7A99}" dt="2026-03-21T09:14:58.808" v="10181" actId="403"/>
      <pc:docMkLst>
        <pc:docMk/>
      </pc:docMkLst>
      <pc:sldChg chg="del">
        <pc:chgData name="Ramaraj Sri" userId="19a0e5d8ca647d76" providerId="LiveId" clId="{72EC9BEC-BBF1-4FEA-8F94-696BF3EC7A99}" dt="2026-03-21T08:56:25.518" v="8245" actId="47"/>
        <pc:sldMkLst>
          <pc:docMk/>
          <pc:sldMk cId="1882254423" sldId="796"/>
        </pc:sldMkLst>
      </pc:sldChg>
      <pc:sldChg chg="delSp modSp mod">
        <pc:chgData name="Ramaraj Sri" userId="19a0e5d8ca647d76" providerId="LiveId" clId="{72EC9BEC-BBF1-4FEA-8F94-696BF3EC7A99}" dt="2026-03-21T09:13:07.713" v="10113" actId="478"/>
        <pc:sldMkLst>
          <pc:docMk/>
          <pc:sldMk cId="1157260694" sldId="803"/>
        </pc:sldMkLst>
        <pc:spChg chg="mod">
          <ac:chgData name="Ramaraj Sri" userId="19a0e5d8ca647d76" providerId="LiveId" clId="{72EC9BEC-BBF1-4FEA-8F94-696BF3EC7A99}" dt="2026-03-21T08:48:22.293" v="6880" actId="1076"/>
          <ac:spMkLst>
            <pc:docMk/>
            <pc:sldMk cId="1157260694" sldId="803"/>
            <ac:spMk id="106" creationId="{0794CBDF-89DA-68F4-4998-89F67853C47F}"/>
          </ac:spMkLst>
        </pc:spChg>
        <pc:spChg chg="mod">
          <ac:chgData name="Ramaraj Sri" userId="19a0e5d8ca647d76" providerId="LiveId" clId="{72EC9BEC-BBF1-4FEA-8F94-696BF3EC7A99}" dt="2026-03-21T09:02:58.408" v="9096" actId="5793"/>
          <ac:spMkLst>
            <pc:docMk/>
            <pc:sldMk cId="1157260694" sldId="803"/>
            <ac:spMk id="107" creationId="{5715D715-9E59-BD2C-C8BA-7435D7135AF7}"/>
          </ac:spMkLst>
        </pc:spChg>
        <pc:spChg chg="del mod">
          <ac:chgData name="Ramaraj Sri" userId="19a0e5d8ca647d76" providerId="LiveId" clId="{72EC9BEC-BBF1-4FEA-8F94-696BF3EC7A99}" dt="2026-03-21T09:13:07.713" v="10113" actId="478"/>
          <ac:spMkLst>
            <pc:docMk/>
            <pc:sldMk cId="1157260694" sldId="803"/>
            <ac:spMk id="109" creationId="{0DBA4970-7FD4-D541-E47A-5A5C5CAE9F1C}"/>
          </ac:spMkLst>
        </pc:spChg>
      </pc:sldChg>
      <pc:sldChg chg="del">
        <pc:chgData name="Ramaraj Sri" userId="19a0e5d8ca647d76" providerId="LiveId" clId="{72EC9BEC-BBF1-4FEA-8F94-696BF3EC7A99}" dt="2026-03-21T08:56:24.588" v="8244" actId="47"/>
        <pc:sldMkLst>
          <pc:docMk/>
          <pc:sldMk cId="186934487" sldId="804"/>
        </pc:sldMkLst>
      </pc:sldChg>
      <pc:sldChg chg="modSp mod">
        <pc:chgData name="Ramaraj Sri" userId="19a0e5d8ca647d76" providerId="LiveId" clId="{72EC9BEC-BBF1-4FEA-8F94-696BF3EC7A99}" dt="2026-03-21T09:11:09.779" v="9917" actId="207"/>
        <pc:sldMkLst>
          <pc:docMk/>
          <pc:sldMk cId="1118610013" sldId="805"/>
        </pc:sldMkLst>
        <pc:spChg chg="mod">
          <ac:chgData name="Ramaraj Sri" userId="19a0e5d8ca647d76" providerId="LiveId" clId="{72EC9BEC-BBF1-4FEA-8F94-696BF3EC7A99}" dt="2026-03-21T08:53:47.108" v="7734" actId="20577"/>
          <ac:spMkLst>
            <pc:docMk/>
            <pc:sldMk cId="1118610013" sldId="805"/>
            <ac:spMk id="2" creationId="{B6D13FFD-F5AA-B7BE-FD50-CA6734509EDB}"/>
          </ac:spMkLst>
        </pc:spChg>
        <pc:spChg chg="mod">
          <ac:chgData name="Ramaraj Sri" userId="19a0e5d8ca647d76" providerId="LiveId" clId="{72EC9BEC-BBF1-4FEA-8F94-696BF3EC7A99}" dt="2026-03-21T09:11:09.779" v="9917" actId="207"/>
          <ac:spMkLst>
            <pc:docMk/>
            <pc:sldMk cId="1118610013" sldId="805"/>
            <ac:spMk id="3" creationId="{483C3445-0940-99F0-AB5E-58C8CA362A11}"/>
          </ac:spMkLst>
        </pc:spChg>
      </pc:sldChg>
      <pc:sldChg chg="modSp mod">
        <pc:chgData name="Ramaraj Sri" userId="19a0e5d8ca647d76" providerId="LiveId" clId="{72EC9BEC-BBF1-4FEA-8F94-696BF3EC7A99}" dt="2026-03-21T09:07:30.749" v="9538" actId="207"/>
        <pc:sldMkLst>
          <pc:docMk/>
          <pc:sldMk cId="1621328973" sldId="824"/>
        </pc:sldMkLst>
        <pc:spChg chg="mod">
          <ac:chgData name="Ramaraj Sri" userId="19a0e5d8ca647d76" providerId="LiveId" clId="{72EC9BEC-BBF1-4FEA-8F94-696BF3EC7A99}" dt="2026-03-21T08:48:51.497" v="6908" actId="20577"/>
          <ac:spMkLst>
            <pc:docMk/>
            <pc:sldMk cId="1621328973" sldId="824"/>
            <ac:spMk id="2" creationId="{A7418B1A-D73F-F2F6-5303-A4369C417FF4}"/>
          </ac:spMkLst>
        </pc:spChg>
        <pc:spChg chg="mod">
          <ac:chgData name="Ramaraj Sri" userId="19a0e5d8ca647d76" providerId="LiveId" clId="{72EC9BEC-BBF1-4FEA-8F94-696BF3EC7A99}" dt="2026-03-21T09:07:30.749" v="9538" actId="207"/>
          <ac:spMkLst>
            <pc:docMk/>
            <pc:sldMk cId="1621328973" sldId="824"/>
            <ac:spMk id="3" creationId="{9D0C28EA-830E-81C1-7404-A72E3E5F5859}"/>
          </ac:spMkLst>
        </pc:spChg>
      </pc:sldChg>
      <pc:sldChg chg="del">
        <pc:chgData name="Ramaraj Sri" userId="19a0e5d8ca647d76" providerId="LiveId" clId="{72EC9BEC-BBF1-4FEA-8F94-696BF3EC7A99}" dt="2026-03-21T08:56:26.004" v="8246" actId="47"/>
        <pc:sldMkLst>
          <pc:docMk/>
          <pc:sldMk cId="88429010" sldId="825"/>
        </pc:sldMkLst>
      </pc:sldChg>
      <pc:sldChg chg="del">
        <pc:chgData name="Ramaraj Sri" userId="19a0e5d8ca647d76" providerId="LiveId" clId="{72EC9BEC-BBF1-4FEA-8F94-696BF3EC7A99}" dt="2026-03-21T08:56:27.770" v="8248" actId="47"/>
        <pc:sldMkLst>
          <pc:docMk/>
          <pc:sldMk cId="764810290" sldId="826"/>
        </pc:sldMkLst>
      </pc:sldChg>
      <pc:sldChg chg="del">
        <pc:chgData name="Ramaraj Sri" userId="19a0e5d8ca647d76" providerId="LiveId" clId="{72EC9BEC-BBF1-4FEA-8F94-696BF3EC7A99}" dt="2026-03-21T08:56:26.633" v="8247" actId="47"/>
        <pc:sldMkLst>
          <pc:docMk/>
          <pc:sldMk cId="2659049974" sldId="827"/>
        </pc:sldMkLst>
      </pc:sldChg>
      <pc:sldChg chg="modSp add mod">
        <pc:chgData name="Ramaraj Sri" userId="19a0e5d8ca647d76" providerId="LiveId" clId="{72EC9BEC-BBF1-4FEA-8F94-696BF3EC7A99}" dt="2026-03-21T09:09:56.763" v="9706" actId="20577"/>
        <pc:sldMkLst>
          <pc:docMk/>
          <pc:sldMk cId="552599215" sldId="828"/>
        </pc:sldMkLst>
        <pc:spChg chg="mod">
          <ac:chgData name="Ramaraj Sri" userId="19a0e5d8ca647d76" providerId="LiveId" clId="{72EC9BEC-BBF1-4FEA-8F94-696BF3EC7A99}" dt="2026-03-21T08:52:13.259" v="7444" actId="20577"/>
          <ac:spMkLst>
            <pc:docMk/>
            <pc:sldMk cId="552599215" sldId="828"/>
            <ac:spMk id="2" creationId="{3847E602-D398-31B9-4AEB-C32E61CFBBBC}"/>
          </ac:spMkLst>
        </pc:spChg>
        <pc:spChg chg="mod">
          <ac:chgData name="Ramaraj Sri" userId="19a0e5d8ca647d76" providerId="LiveId" clId="{72EC9BEC-BBF1-4FEA-8F94-696BF3EC7A99}" dt="2026-03-21T09:09:56.763" v="9706" actId="20577"/>
          <ac:spMkLst>
            <pc:docMk/>
            <pc:sldMk cId="552599215" sldId="828"/>
            <ac:spMk id="3" creationId="{0A7F0759-F1BE-FAAD-BBB2-2AC231645EB3}"/>
          </ac:spMkLst>
        </pc:spChg>
      </pc:sldChg>
      <pc:sldChg chg="modSp add mod">
        <pc:chgData name="Ramaraj Sri" userId="19a0e5d8ca647d76" providerId="LiveId" clId="{72EC9BEC-BBF1-4FEA-8F94-696BF3EC7A99}" dt="2026-03-21T09:12:05.376" v="10039" actId="20577"/>
        <pc:sldMkLst>
          <pc:docMk/>
          <pc:sldMk cId="880199844" sldId="829"/>
        </pc:sldMkLst>
        <pc:spChg chg="mod">
          <ac:chgData name="Ramaraj Sri" userId="19a0e5d8ca647d76" providerId="LiveId" clId="{72EC9BEC-BBF1-4FEA-8F94-696BF3EC7A99}" dt="2026-03-21T08:54:15.206" v="7814" actId="20577"/>
          <ac:spMkLst>
            <pc:docMk/>
            <pc:sldMk cId="880199844" sldId="829"/>
            <ac:spMk id="2" creationId="{2FE9B525-9939-960F-B359-A89DCC475A6D}"/>
          </ac:spMkLst>
        </pc:spChg>
        <pc:spChg chg="mod">
          <ac:chgData name="Ramaraj Sri" userId="19a0e5d8ca647d76" providerId="LiveId" clId="{72EC9BEC-BBF1-4FEA-8F94-696BF3EC7A99}" dt="2026-03-21T09:12:05.376" v="10039" actId="20577"/>
          <ac:spMkLst>
            <pc:docMk/>
            <pc:sldMk cId="880199844" sldId="829"/>
            <ac:spMk id="3" creationId="{A7186C9A-5673-235A-9BD4-3F585055F21B}"/>
          </ac:spMkLst>
        </pc:spChg>
      </pc:sldChg>
      <pc:sldChg chg="modSp add mod">
        <pc:chgData name="Ramaraj Sri" userId="19a0e5d8ca647d76" providerId="LiveId" clId="{72EC9BEC-BBF1-4FEA-8F94-696BF3EC7A99}" dt="2026-03-21T08:59:36.035" v="8753" actId="20577"/>
        <pc:sldMkLst>
          <pc:docMk/>
          <pc:sldMk cId="1298748633" sldId="830"/>
        </pc:sldMkLst>
        <pc:spChg chg="mod">
          <ac:chgData name="Ramaraj Sri" userId="19a0e5d8ca647d76" providerId="LiveId" clId="{72EC9BEC-BBF1-4FEA-8F94-696BF3EC7A99}" dt="2026-03-21T08:59:36.035" v="8753" actId="20577"/>
          <ac:spMkLst>
            <pc:docMk/>
            <pc:sldMk cId="1298748633" sldId="830"/>
            <ac:spMk id="2" creationId="{80343AFC-E9B9-CA66-D2C9-C42DE2F1DFA4}"/>
          </ac:spMkLst>
        </pc:spChg>
        <pc:spChg chg="mod">
          <ac:chgData name="Ramaraj Sri" userId="19a0e5d8ca647d76" providerId="LiveId" clId="{72EC9BEC-BBF1-4FEA-8F94-696BF3EC7A99}" dt="2026-03-21T08:58:40.041" v="8690" actId="20577"/>
          <ac:spMkLst>
            <pc:docMk/>
            <pc:sldMk cId="1298748633" sldId="830"/>
            <ac:spMk id="3" creationId="{CCFAADE7-0B30-77FD-7C8B-41A1B856FBAA}"/>
          </ac:spMkLst>
        </pc:spChg>
      </pc:sldChg>
      <pc:sldChg chg="modSp add mod">
        <pc:chgData name="Ramaraj Sri" userId="19a0e5d8ca647d76" providerId="LiveId" clId="{72EC9BEC-BBF1-4FEA-8F94-696BF3EC7A99}" dt="2026-03-21T08:59:11.332" v="8749" actId="20577"/>
        <pc:sldMkLst>
          <pc:docMk/>
          <pc:sldMk cId="2656312767" sldId="831"/>
        </pc:sldMkLst>
        <pc:spChg chg="mod">
          <ac:chgData name="Ramaraj Sri" userId="19a0e5d8ca647d76" providerId="LiveId" clId="{72EC9BEC-BBF1-4FEA-8F94-696BF3EC7A99}" dt="2026-03-21T08:59:05.736" v="8739" actId="20577"/>
          <ac:spMkLst>
            <pc:docMk/>
            <pc:sldMk cId="2656312767" sldId="831"/>
            <ac:spMk id="2" creationId="{AC26EBF3-B90A-D780-71A8-0F6F74206D5D}"/>
          </ac:spMkLst>
        </pc:spChg>
        <pc:spChg chg="mod">
          <ac:chgData name="Ramaraj Sri" userId="19a0e5d8ca647d76" providerId="LiveId" clId="{72EC9BEC-BBF1-4FEA-8F94-696BF3EC7A99}" dt="2026-03-21T08:59:11.332" v="8749" actId="20577"/>
          <ac:spMkLst>
            <pc:docMk/>
            <pc:sldMk cId="2656312767" sldId="831"/>
            <ac:spMk id="3" creationId="{56B1E6CD-28A4-0547-FCFA-8E8B38A76F9D}"/>
          </ac:spMkLst>
        </pc:spChg>
      </pc:sldChg>
      <pc:sldChg chg="modSp add mod">
        <pc:chgData name="Ramaraj Sri" userId="19a0e5d8ca647d76" providerId="LiveId" clId="{72EC9BEC-BBF1-4FEA-8F94-696BF3EC7A99}" dt="2026-03-21T09:12:34.380" v="10091" actId="20577"/>
        <pc:sldMkLst>
          <pc:docMk/>
          <pc:sldMk cId="1076672197" sldId="832"/>
        </pc:sldMkLst>
        <pc:spChg chg="mod">
          <ac:chgData name="Ramaraj Sri" userId="19a0e5d8ca647d76" providerId="LiveId" clId="{72EC9BEC-BBF1-4FEA-8F94-696BF3EC7A99}" dt="2026-03-21T08:59:56.297" v="8795" actId="20577"/>
          <ac:spMkLst>
            <pc:docMk/>
            <pc:sldMk cId="1076672197" sldId="832"/>
            <ac:spMk id="2" creationId="{989EFA05-49D5-8965-5B47-01BD88A22691}"/>
          </ac:spMkLst>
        </pc:spChg>
        <pc:spChg chg="mod">
          <ac:chgData name="Ramaraj Sri" userId="19a0e5d8ca647d76" providerId="LiveId" clId="{72EC9BEC-BBF1-4FEA-8F94-696BF3EC7A99}" dt="2026-03-21T09:12:34.380" v="10091" actId="20577"/>
          <ac:spMkLst>
            <pc:docMk/>
            <pc:sldMk cId="1076672197" sldId="832"/>
            <ac:spMk id="3" creationId="{1ED32972-71CF-5F3C-FC9D-E36A0D2D508F}"/>
          </ac:spMkLst>
        </pc:spChg>
      </pc:sldChg>
      <pc:sldChg chg="addSp delSp modSp add mod">
        <pc:chgData name="Ramaraj Sri" userId="19a0e5d8ca647d76" providerId="LiveId" clId="{72EC9BEC-BBF1-4FEA-8F94-696BF3EC7A99}" dt="2026-03-21T09:14:58.808" v="10181" actId="403"/>
        <pc:sldMkLst>
          <pc:docMk/>
          <pc:sldMk cId="259496017" sldId="833"/>
        </pc:sldMkLst>
        <pc:spChg chg="mod">
          <ac:chgData name="Ramaraj Sri" userId="19a0e5d8ca647d76" providerId="LiveId" clId="{72EC9BEC-BBF1-4FEA-8F94-696BF3EC7A99}" dt="2026-03-21T09:13:31.045" v="10148" actId="20577"/>
          <ac:spMkLst>
            <pc:docMk/>
            <pc:sldMk cId="259496017" sldId="833"/>
            <ac:spMk id="2" creationId="{654CF152-678E-EC39-589A-AFB6DAA8AF09}"/>
          </ac:spMkLst>
        </pc:spChg>
        <pc:spChg chg="del mod">
          <ac:chgData name="Ramaraj Sri" userId="19a0e5d8ca647d76" providerId="LiveId" clId="{72EC9BEC-BBF1-4FEA-8F94-696BF3EC7A99}" dt="2026-03-21T09:13:38.329" v="10150" actId="478"/>
          <ac:spMkLst>
            <pc:docMk/>
            <pc:sldMk cId="259496017" sldId="833"/>
            <ac:spMk id="3" creationId="{3185FEF1-2E68-7783-060E-A9627597902E}"/>
          </ac:spMkLst>
        </pc:spChg>
        <pc:spChg chg="add del mod">
          <ac:chgData name="Ramaraj Sri" userId="19a0e5d8ca647d76" providerId="LiveId" clId="{72EC9BEC-BBF1-4FEA-8F94-696BF3EC7A99}" dt="2026-03-21T09:14:37.614" v="10175" actId="478"/>
          <ac:spMkLst>
            <pc:docMk/>
            <pc:sldMk cId="259496017" sldId="833"/>
            <ac:spMk id="5" creationId="{1C7A3EE7-877A-6ECF-2F61-95AF1F943F9C}"/>
          </ac:spMkLst>
        </pc:spChg>
        <pc:graphicFrameChg chg="add mod modGraphic">
          <ac:chgData name="Ramaraj Sri" userId="19a0e5d8ca647d76" providerId="LiveId" clId="{72EC9BEC-BBF1-4FEA-8F94-696BF3EC7A99}" dt="2026-03-21T09:14:58.808" v="10181" actId="403"/>
          <ac:graphicFrameMkLst>
            <pc:docMk/>
            <pc:sldMk cId="259496017" sldId="833"/>
            <ac:graphicFrameMk id="6" creationId="{85182370-2B47-D13B-FC3B-F8B25566CAEF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84CAE8-38D5-461C-80C4-1AF2B758DADD}" type="datetimeFigureOut">
              <a:rPr lang="en-IN" smtClean="0"/>
              <a:t>26-03-2026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88D782-C295-45AF-8CC4-5EB981288A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587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4ABD5BB5-C395-2DF8-D539-36737393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:notes">
            <a:extLst>
              <a:ext uri="{FF2B5EF4-FFF2-40B4-BE49-F238E27FC236}">
                <a16:creationId xmlns:a16="http://schemas.microsoft.com/office/drawing/2014/main" id="{72FFC9B4-4278-A514-C0A7-72EAAC723E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1:notes">
            <a:extLst>
              <a:ext uri="{FF2B5EF4-FFF2-40B4-BE49-F238E27FC236}">
                <a16:creationId xmlns:a16="http://schemas.microsoft.com/office/drawing/2014/main" id="{C8FFAD72-5149-46B7-A20E-DF4F96DE0E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>
            <a:extLst>
              <a:ext uri="{FF2B5EF4-FFF2-40B4-BE49-F238E27FC236}">
                <a16:creationId xmlns:a16="http://schemas.microsoft.com/office/drawing/2014/main" id="{A97F5C20-8BAD-CE9B-4D38-1CF55F7253B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  <a:tabLst/>
                <a:defRPr/>
              </a:pPr>
              <a:t>1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16850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AFF4B-C04A-07B0-094D-86746B3EF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C11CDF-21A0-9FEC-2F88-3F16669D6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8E9D5F-C289-EA26-CF8B-CB52EFE4B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17C9EC-3730-8AE2-FDAB-25DFF0B1E5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52128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10753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790FE-2DE2-387C-625F-AACE3FD7F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00BB5F-7193-254E-6D58-C49599CA31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2A11E-0DFC-17FB-02F1-F2832FBB44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Talk about how they are managing their documents, how google docs does automatic versioning</a:t>
            </a:r>
          </a:p>
          <a:p>
            <a:endParaRPr lang="en-IN" dirty="0"/>
          </a:p>
          <a:p>
            <a:r>
              <a:rPr lang="en-IN" dirty="0"/>
              <a:t>As them what they know  about Android and </a:t>
            </a:r>
            <a:r>
              <a:rPr lang="en-IN" dirty="0" err="1"/>
              <a:t>IoS</a:t>
            </a:r>
            <a:r>
              <a:rPr lang="en-IN" dirty="0"/>
              <a:t> versions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4184-A693-CBEB-6603-80242D92BF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3925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593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5F895-5022-38DA-2054-0C369F380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C18D03-72B5-B7EA-E56D-FEE96073D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3B98BE-F9C6-D5BF-E732-2895FF121A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D7E643-4F9A-B030-FD04-51F4A8BA2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1060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B7A1-F227-707B-7BDC-D8504321C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22DB9F-8180-6707-CF03-AF31797831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906CB4-CBD8-AEBB-903A-0350DDF74B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16E92-3E9E-2C9C-DCEB-A027251CFE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0877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2D362-4CC2-1D7D-5B37-272761D9F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1E08CF-FFD7-C7F1-F7C9-8C0198C9E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E2D4EC-36D9-9636-CD33-D59AAB049B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0B67E4-279A-3BB1-BEE4-9C8B181D0A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196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86D0-C302-35A2-A260-3CDD14B6E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58981-14D0-7908-694C-4FDB3C4F9D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4AD2F-6AE3-A62A-2AF4-C18F91CE5A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Only stress on the 1</a:t>
            </a:r>
            <a:r>
              <a:rPr lang="en-IN" baseline="30000" dirty="0"/>
              <a:t>st</a:t>
            </a:r>
            <a:r>
              <a:rPr lang="en-IN" dirty="0"/>
              <a:t> sentence – the definition</a:t>
            </a:r>
          </a:p>
          <a:p>
            <a:endParaRPr lang="en-IN" dirty="0"/>
          </a:p>
          <a:p>
            <a:r>
              <a:rPr lang="en-IN" dirty="0"/>
              <a:t>Come back to the 2</a:t>
            </a:r>
            <a:r>
              <a:rPr lang="en-IN" baseline="30000" dirty="0"/>
              <a:t>nd</a:t>
            </a:r>
            <a:r>
              <a:rPr lang="en-IN" dirty="0"/>
              <a:t> sentence in the end as part of revision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14A88-FC08-9C8A-7686-6A2CB491B6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188D782-C295-45AF-8CC4-5EB981288A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203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hite">
  <p:cSld name="Cover Whit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2" descr="C:\Users\Admin\Downloads\ilovepdf_pages-to-jpg (1)\RU_PPT Template-White Blank_page-0001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319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/>
          <p:nvPr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" name="Google Shape;19;p2"/>
          <p:cNvGrpSpPr/>
          <p:nvPr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20" name="Google Shape;20;p2" descr="NIRF — SAVEETHA SCHOOL OF MANAGEMENT"/>
            <p:cNvPicPr preferRelativeResize="0"/>
            <p:nvPr/>
          </p:nvPicPr>
          <p:blipFill rotWithShape="1">
            <a:blip r:embed="rId3">
              <a:alphaModFix/>
            </a:blip>
            <a:srcRect l="27517" t="4377" r="28920" b="7151"/>
            <a:stretch/>
          </p:blipFill>
          <p:spPr>
            <a:xfrm>
              <a:off x="12122688" y="97913"/>
              <a:ext cx="843474" cy="5922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 descr="Bharath University - Top University In India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37939" y="182966"/>
              <a:ext cx="1158298" cy="43088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" name="Google Shape;22;p2" descr="CREDISAPP for Ratings - Eloit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13072901" y="114292"/>
              <a:ext cx="1155067" cy="57587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" name="Google Shape;23;p2" descr="MHRD | Innovation Cell - Home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616154" y="789734"/>
              <a:ext cx="1857797" cy="65809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Institution's Innovation Council | MHRD"/>
            <p:cNvPicPr preferRelativeResize="0"/>
            <p:nvPr/>
          </p:nvPicPr>
          <p:blipFill rotWithShape="1">
            <a:blip r:embed="rId7">
              <a:alphaModFix/>
            </a:blip>
            <a:srcRect l="8879" t="20720" r="8879" b="24345"/>
            <a:stretch/>
          </p:blipFill>
          <p:spPr>
            <a:xfrm>
              <a:off x="12886182" y="774201"/>
              <a:ext cx="1349698" cy="63758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" name="Google Shape;25;p2"/>
          <p:cNvSpPr txBox="1">
            <a:spLocks noGrp="1"/>
          </p:cNvSpPr>
          <p:nvPr>
            <p:ph type="title"/>
          </p:nvPr>
        </p:nvSpPr>
        <p:spPr>
          <a:xfrm>
            <a:off x="1058553" y="3124200"/>
            <a:ext cx="8421823" cy="1750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4000"/>
              <a:buFont typeface="Roboto Medium"/>
              <a:buNone/>
              <a:defRPr sz="40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6" name="Google Shape;26;p2"/>
          <p:cNvSpPr txBox="1">
            <a:spLocks noGrp="1"/>
          </p:cNvSpPr>
          <p:nvPr>
            <p:ph type="body" idx="1"/>
          </p:nvPr>
        </p:nvSpPr>
        <p:spPr>
          <a:xfrm>
            <a:off x="1046572" y="5129788"/>
            <a:ext cx="6755716" cy="407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600"/>
              </a:buClr>
              <a:buSzPts val="2500"/>
              <a:buFont typeface="Arial"/>
              <a:buNone/>
              <a:defRPr sz="2500" b="0" i="0" u="none" strike="noStrike" cap="none">
                <a:solidFill>
                  <a:srgbClr val="FF6600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21859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White">
  <p:cSld name="Agenda White">
    <p:bg>
      <p:bgPr>
        <a:solidFill>
          <a:schemeClr val="lt1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3" descr="C:\Users\Admin\Downloads\ilovepdf_pages-to-jpg (3)\RU_PPT Template-White Blank (1)_page-0003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733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11367146" y="6096000"/>
            <a:ext cx="5962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0" marR="0" lvl="1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0" marR="0" lvl="2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marL="0" marR="0" lvl="3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marL="0" marR="0" lvl="4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marL="0" marR="0" lvl="5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marL="0" marR="0" lvl="6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marL="0" marR="0" lvl="7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marL="0" marR="0" lvl="8" indent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 Medium"/>
              <a:buNone/>
              <a:defRPr sz="1800" b="0" i="0">
                <a:solidFill>
                  <a:schemeClr val="dk1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title"/>
          </p:nvPr>
        </p:nvSpPr>
        <p:spPr>
          <a:xfrm>
            <a:off x="695400" y="395786"/>
            <a:ext cx="6211927" cy="838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Roboto Medium"/>
              <a:buNone/>
              <a:defRPr sz="28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body" idx="1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marL="914400" marR="0" lvl="1" indent="-3810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rgbClr val="7F7F7F"/>
              </a:buClr>
              <a:buSzPts val="2400"/>
              <a:buFont typeface="Arial"/>
              <a:buAutoNum type="arabicPeriod"/>
              <a:defRPr sz="2400" b="0" i="0" u="none" strike="noStrike" cap="none">
                <a:solidFill>
                  <a:srgbClr val="7F7F7F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marL="1371600" marR="0" lvl="2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72222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2935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21777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09225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47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11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9305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619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79215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22875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24029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636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7738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>
          <a:extLst>
            <a:ext uri="{FF2B5EF4-FFF2-40B4-BE49-F238E27FC236}">
              <a16:creationId xmlns:a16="http://schemas.microsoft.com/office/drawing/2014/main" id="{7EB35E84-5960-AA15-D5D2-FCDA928FD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>
            <a:extLst>
              <a:ext uri="{FF2B5EF4-FFF2-40B4-BE49-F238E27FC236}">
                <a16:creationId xmlns:a16="http://schemas.microsoft.com/office/drawing/2014/main" id="{0794CBDF-89DA-68F4-4998-89F67853C47F}"/>
              </a:ext>
            </a:extLst>
          </p:cNvPr>
          <p:cNvSpPr txBox="1"/>
          <p:nvPr/>
        </p:nvSpPr>
        <p:spPr>
          <a:xfrm>
            <a:off x="3450027" y="3646955"/>
            <a:ext cx="475013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				</a:t>
            </a:r>
            <a:r>
              <a:rPr lang="en-US" sz="3200" b="1" kern="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Travio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7" name="Google Shape;107;p15">
            <a:extLst>
              <a:ext uri="{FF2B5EF4-FFF2-40B4-BE49-F238E27FC236}">
                <a16:creationId xmlns:a16="http://schemas.microsoft.com/office/drawing/2014/main" id="{5715D715-9E59-BD2C-C8BA-7435D7135AF7}"/>
              </a:ext>
            </a:extLst>
          </p:cNvPr>
          <p:cNvSpPr txBox="1"/>
          <p:nvPr/>
        </p:nvSpPr>
        <p:spPr>
          <a:xfrm>
            <a:off x="1569910" y="2804655"/>
            <a:ext cx="983876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School of Compu</a:t>
            </a:r>
            <a:r>
              <a:rPr lang="en-US" sz="3600" b="1" kern="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ter Science &amp; Engineering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AI </a:t>
            </a:r>
            <a:r>
              <a:rPr kumimoji="0" lang="en-US" sz="36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Times New Roman"/>
                <a:cs typeface="Times New Roman"/>
                <a:sym typeface="Times New Roman"/>
              </a:rPr>
              <a:t>Application Development – IA1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57260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735E7-678C-8AF0-B273-A067CA793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CF152-678E-EC39-589A-AFB6DAA8A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Team members &amp; roles</a:t>
            </a: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5182370-2B47-D13B-FC3B-F8B25566CA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368185"/>
              </p:ext>
            </p:extLst>
          </p:nvPr>
        </p:nvGraphicFramePr>
        <p:xfrm>
          <a:off x="1079123" y="1828396"/>
          <a:ext cx="9832932" cy="3457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6466">
                  <a:extLst>
                    <a:ext uri="{9D8B030D-6E8A-4147-A177-3AD203B41FA5}">
                      <a16:colId xmlns:a16="http://schemas.microsoft.com/office/drawing/2014/main" val="50089967"/>
                    </a:ext>
                  </a:extLst>
                </a:gridCol>
                <a:gridCol w="4916466">
                  <a:extLst>
                    <a:ext uri="{9D8B030D-6E8A-4147-A177-3AD203B41FA5}">
                      <a16:colId xmlns:a16="http://schemas.microsoft.com/office/drawing/2014/main" val="975677717"/>
                    </a:ext>
                  </a:extLst>
                </a:gridCol>
              </a:tblGrid>
              <a:tr h="576197"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Team member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dirty="0"/>
                        <a:t> Role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4729165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dirty="0" err="1"/>
                        <a:t>Ullas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Team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477258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dirty="0" err="1"/>
                        <a:t>Srujan</a:t>
                      </a:r>
                      <a:r>
                        <a:rPr lang="en-IN" dirty="0"/>
                        <a:t>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Development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1612009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dirty="0" err="1"/>
                        <a:t>Thejas</a:t>
                      </a:r>
                      <a:r>
                        <a:rPr lang="en-IN" dirty="0"/>
                        <a:t> M 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Marketing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989344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dirty="0"/>
                        <a:t>Shreyas B R &amp; Shreyas 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Customer Contact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502386"/>
                  </a:ext>
                </a:extLst>
              </a:tr>
              <a:tr h="576197">
                <a:tc>
                  <a:txBody>
                    <a:bodyPr/>
                    <a:lstStyle/>
                    <a:p>
                      <a:r>
                        <a:rPr lang="en-IN" dirty="0"/>
                        <a:t>Shashank Naik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Test Lead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7036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96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5886C-2AC8-ED81-81E1-EB56CE95F0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18B1A-D73F-F2F6-5303-A4369C417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Modified Problem Statement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0C28EA-830E-81C1-7404-A72E3E5F5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4160" y="1595806"/>
            <a:ext cx="10519785" cy="3790386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GB" dirty="0"/>
              <a:t>Urban commuters in India lose an average of 23 minutes per trip navigating three disconnected platforms — routing, parking, and food ordering — with zero shared intelligence between them.</a:t>
            </a:r>
            <a:endParaRPr lang="en-US" dirty="0">
              <a:solidFill>
                <a:schemeClr val="tx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1328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14202-8164-A88E-0CA6-8593095CE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7E602-D398-31B9-4AEB-C32E61CFB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937961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User/ Customer Understanding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F0759-F1BE-FAAD-BBB2-2AC231645E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7760342" cy="4205226"/>
          </a:xfrm>
        </p:spPr>
        <p:txBody>
          <a:bodyPr spcFirstLastPara="1" vert="horz" wrap="square" lIns="121920" tIns="60960" rIns="121920" bIns="60960" rtlCol="0" anchor="t" anchorCtr="0">
            <a:normAutofit fontScale="92500"/>
          </a:bodyPr>
          <a:lstStyle/>
          <a:p>
            <a:pPr marL="76200" indent="0">
              <a:buNone/>
            </a:pPr>
            <a:r>
              <a:rPr lang="en-GB" i="1" dirty="0"/>
              <a:t>Interview Questions Asked:</a:t>
            </a:r>
            <a:endParaRPr lang="en-GB" dirty="0"/>
          </a:p>
          <a:p>
            <a:pPr>
              <a:buFont typeface="+mj-lt"/>
              <a:buAutoNum type="arabicPeriod"/>
            </a:pPr>
            <a:r>
              <a:rPr lang="en-GB" dirty="0"/>
              <a:t>How long do you typically spend finding parking near a restaurant or mall?</a:t>
            </a:r>
          </a:p>
          <a:p>
            <a:pPr>
              <a:buFont typeface="+mj-lt"/>
              <a:buAutoNum type="arabicPeriod"/>
            </a:pPr>
            <a:r>
              <a:rPr lang="en-GB" dirty="0"/>
              <a:t>Have you ever received cold or delayed food because you ordered too early or too late?</a:t>
            </a:r>
          </a:p>
          <a:p>
            <a:pPr>
              <a:buFont typeface="+mj-lt"/>
              <a:buAutoNum type="arabicPeriod"/>
            </a:pPr>
            <a:r>
              <a:rPr lang="en-GB" dirty="0"/>
              <a:t>Would you pay a small fee to have one app handle parking, navigation, and food ordering together?</a:t>
            </a:r>
          </a:p>
          <a:p>
            <a:pPr>
              <a:buFont typeface="+mj-lt"/>
              <a:buAutoNum type="arabicPeriod"/>
            </a:pPr>
            <a:endParaRPr lang="en-GB" dirty="0"/>
          </a:p>
          <a:p>
            <a:pPr marL="76200" indent="0">
              <a:buNone/>
            </a:pPr>
            <a:r>
              <a:rPr lang="en-GB" i="1" dirty="0"/>
              <a:t>Key Findings: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78% said parking was their biggest commute frustration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65% had received cold food due to poor order timing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91% said they would use a unified journey app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ea typeface="Calibri"/>
              <a:cs typeface="Calibri"/>
            </a:endParaRPr>
          </a:p>
        </p:txBody>
      </p:sp>
      <p:pic>
        <p:nvPicPr>
          <p:cNvPr id="9" name="Picture 8" descr="A group of men standing in a restaurant">
            <a:extLst>
              <a:ext uri="{FF2B5EF4-FFF2-40B4-BE49-F238E27FC236}">
                <a16:creationId xmlns:a16="http://schemas.microsoft.com/office/drawing/2014/main" id="{FDCA1978-168F-7EDB-3AAD-AE4D2A1861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0" y="1397208"/>
            <a:ext cx="3394074" cy="3878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5992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22C4-7666-AFE3-A07F-5A5D3E72C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13FFD-F5AA-B7BE-FD50-CA6734509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Ideal Customer Profile (ICP)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C3445-0940-99F0-AB5E-58C8CA362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3987"/>
            <a:ext cx="10801201" cy="4507055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76200" indent="0">
              <a:buNone/>
            </a:pP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1. Demographic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Age: 20–45 years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Location: Urban &amp; semi-urban cities (e.g., Bengaluru)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Occupation: Working professionals, students, frequent </a:t>
            </a:r>
            <a:r>
              <a:rPr lang="en-IN" dirty="0" err="1">
                <a:solidFill>
                  <a:schemeClr val="bg1">
                    <a:lumMod val="50000"/>
                  </a:schemeClr>
                </a:solidFill>
              </a:rPr>
              <a:t>travelers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Vehicle Ownership: Owns a car or bike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Tech Usage: Regular smartphone and app users</a:t>
            </a:r>
          </a:p>
          <a:p>
            <a:pPr marL="76200" indent="0">
              <a:buNone/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 marL="76200" indent="0">
              <a:buNone/>
            </a:pP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2. Psychographic Profile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Values time efficiency above cost savings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Prefers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smart and automated solutions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Gets frustrated with traffic, parking delays, and waiting time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Comfortable using digital payments and apps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Open to trying </a:t>
            </a:r>
            <a:r>
              <a:rPr lang="en-GB" b="1" dirty="0">
                <a:solidFill>
                  <a:schemeClr val="bg1">
                    <a:lumMod val="50000"/>
                  </a:schemeClr>
                </a:solidFill>
              </a:rPr>
              <a:t>AI-driven services</a:t>
            </a: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18610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6636C-7729-37EE-3B86-F1312175D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B525-9939-960F-B359-A89DCC47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Customer Persona (CP)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86C9A-5673-235A-9BD4-3F585055F2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10801200" cy="4282735"/>
          </a:xfrm>
        </p:spPr>
        <p:txBody>
          <a:bodyPr spcFirstLastPara="1" vert="horz" wrap="square" lIns="121920" tIns="60960" rIns="121920" bIns="60960" rtlCol="0" anchor="t" anchorCtr="0">
            <a:normAutofit lnSpcReduction="10000"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r>
              <a:rPr lang="en-IN" b="1" dirty="0"/>
              <a:t>Name:</a:t>
            </a:r>
            <a:r>
              <a:rPr lang="en-IN" dirty="0"/>
              <a:t> Ramesh, 21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IN" b="1" dirty="0"/>
              <a:t>Occupation:</a:t>
            </a:r>
            <a:r>
              <a:rPr lang="en-IN" dirty="0"/>
              <a:t> Software Engineer, Bengaluru 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IN" b="1" dirty="0"/>
              <a:t>Commute:</a:t>
            </a:r>
            <a:r>
              <a:rPr lang="en-IN" dirty="0"/>
              <a:t> Daily driver, 8–12 km per outing</a:t>
            </a:r>
          </a:p>
          <a:p>
            <a:pPr marL="0" indent="0">
              <a:spcBef>
                <a:spcPts val="27"/>
              </a:spcBef>
              <a:buNone/>
            </a:pPr>
            <a:endParaRPr lang="en-IN" dirty="0"/>
          </a:p>
          <a:p>
            <a:pPr marL="0" indent="0">
              <a:spcBef>
                <a:spcPts val="27"/>
              </a:spcBef>
              <a:buNone/>
            </a:pPr>
            <a:endParaRPr lang="en-IN" dirty="0"/>
          </a:p>
          <a:p>
            <a:pPr marL="0" indent="0">
              <a:spcBef>
                <a:spcPts val="27"/>
              </a:spcBef>
              <a:buNone/>
            </a:pPr>
            <a:r>
              <a:rPr lang="en-GB" b="1" i="1" dirty="0"/>
              <a:t>Pain Points:</a:t>
            </a:r>
            <a:endParaRPr lang="en-GB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Spends 20+ minutes finding parking near Koramangala restaurants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Orders food too early — arrives cold; too late — waits hungry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Juggles Google Maps, Zomato, and </a:t>
            </a:r>
            <a:r>
              <a:rPr lang="en-GB" dirty="0" err="1"/>
              <a:t>BookMyShow</a:t>
            </a:r>
            <a:r>
              <a:rPr lang="en-GB" dirty="0"/>
              <a:t> separately every weekend</a:t>
            </a: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  <a:p>
            <a:pPr marL="0" indent="0">
              <a:spcBef>
                <a:spcPts val="27"/>
              </a:spcBef>
              <a:buNone/>
            </a:pPr>
            <a:r>
              <a:rPr lang="en-IN" b="1" dirty="0"/>
              <a:t>Goal: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GB" dirty="0"/>
              <a:t>"I just want to enter where I'm going and have everything else sorted."</a:t>
            </a:r>
            <a:endParaRPr lang="en-US" dirty="0"/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199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D599-550D-934B-834C-4B89AA626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EFA05-49D5-8965-5B47-01BD88A22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 Product USP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32972-71CF-5F3C-FC9D-E36A0D2D5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233988"/>
            <a:ext cx="11087628" cy="4094429"/>
          </a:xfrm>
        </p:spPr>
        <p:txBody>
          <a:bodyPr spcFirstLastPara="1" vert="horz" wrap="square" lIns="121920" tIns="60960" rIns="121920" bIns="60960" rtlCol="0" anchor="t" anchorCtr="0">
            <a:normAutofit fontScale="92500"/>
          </a:bodyPr>
          <a:lstStyle/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Unified Journey Platform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One application that integrates navigation, parking, and food ordering into a      single seamless experience</a:t>
            </a:r>
          </a:p>
          <a:p>
            <a:pPr marL="0" indent="0">
              <a:spcBef>
                <a:spcPts val="27"/>
              </a:spcBef>
              <a:buNone/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AI-Based ETA-Triggered Automation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 Automatically places food orders based on real-time GPS and estimated arrival time</a:t>
            </a:r>
            <a:r>
              <a:rPr lang="en-IN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P2P Parking Marketplace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Enables users to book nearby private parking spaces without IoT infrastructure</a:t>
            </a:r>
          </a:p>
          <a:p>
            <a:pPr marL="0" indent="0">
              <a:spcBef>
                <a:spcPts val="27"/>
              </a:spcBef>
              <a:buNone/>
            </a:pP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 marL="342900" indent="-342900">
              <a:spcBef>
                <a:spcPts val="27"/>
              </a:spcBef>
              <a:buFont typeface="Arial" panose="020B0604020202020204" pitchFamily="34" charset="0"/>
              <a:buChar char="•"/>
            </a:pPr>
            <a:r>
              <a:rPr lang="en-IN" b="1" dirty="0">
                <a:solidFill>
                  <a:schemeClr val="bg1">
                    <a:lumMod val="50000"/>
                  </a:schemeClr>
                </a:solidFill>
              </a:rPr>
              <a:t>Real-Time Intelligent Decision System</a:t>
            </a:r>
          </a:p>
          <a:p>
            <a:pPr marL="0" indent="0">
              <a:spcBef>
                <a:spcPts val="27"/>
              </a:spcBef>
              <a:buNone/>
            </a:pPr>
            <a:r>
              <a:rPr lang="en-GB" dirty="0">
                <a:solidFill>
                  <a:schemeClr val="bg1">
                    <a:lumMod val="50000"/>
                  </a:schemeClr>
                </a:solidFill>
              </a:rPr>
              <a:t>Continuously adapts to traffic changes and optimizes timing without user intervention</a:t>
            </a:r>
            <a:endParaRPr lang="en-IN" dirty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672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565F-E02D-F94D-F107-CD2878B802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3AFC-E9B9-CA66-D2C9-C42DE2F1D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Use Cases &amp; High level Requirements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7ABEA9E-EBB1-35A2-7E42-8BA8EAEBA5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3621305"/>
              </p:ext>
            </p:extLst>
          </p:nvPr>
        </p:nvGraphicFramePr>
        <p:xfrm>
          <a:off x="894735" y="1233988"/>
          <a:ext cx="10432027" cy="4596805"/>
        </p:xfrm>
        <a:graphic>
          <a:graphicData uri="http://schemas.openxmlformats.org/drawingml/2006/table">
            <a:tbl>
              <a:tblPr/>
              <a:tblGrid>
                <a:gridCol w="572084">
                  <a:extLst>
                    <a:ext uri="{9D8B030D-6E8A-4147-A177-3AD203B41FA5}">
                      <a16:colId xmlns:a16="http://schemas.microsoft.com/office/drawing/2014/main" val="2004556901"/>
                    </a:ext>
                  </a:extLst>
                </a:gridCol>
                <a:gridCol w="4643929">
                  <a:extLst>
                    <a:ext uri="{9D8B030D-6E8A-4147-A177-3AD203B41FA5}">
                      <a16:colId xmlns:a16="http://schemas.microsoft.com/office/drawing/2014/main" val="1043311583"/>
                    </a:ext>
                  </a:extLst>
                </a:gridCol>
                <a:gridCol w="2608007">
                  <a:extLst>
                    <a:ext uri="{9D8B030D-6E8A-4147-A177-3AD203B41FA5}">
                      <a16:colId xmlns:a16="http://schemas.microsoft.com/office/drawing/2014/main" val="612127876"/>
                    </a:ext>
                  </a:extLst>
                </a:gridCol>
                <a:gridCol w="2608007">
                  <a:extLst>
                    <a:ext uri="{9D8B030D-6E8A-4147-A177-3AD203B41FA5}">
                      <a16:colId xmlns:a16="http://schemas.microsoft.com/office/drawing/2014/main" val="675803464"/>
                    </a:ext>
                  </a:extLst>
                </a:gridCol>
              </a:tblGrid>
              <a:tr h="448657"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Use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Input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9203559"/>
                  </a:ext>
                </a:extLst>
              </a:tr>
              <a:tr h="762717"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Book P2P Parking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Destination + arrival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Confirmed nearby parking slot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8309801"/>
                  </a:ext>
                </a:extLst>
              </a:tr>
              <a:tr h="762717"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Auto-trigger Food Order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Pre-selected meal + live GPS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Order placed at optimal ETA moment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662025"/>
                  </a:ext>
                </a:extLst>
              </a:tr>
              <a:tr h="762717"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Host a Parking Spot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Photos + availability + price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Listed spot earning passive income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209260"/>
                  </a:ext>
                </a:extLst>
              </a:tr>
              <a:tr h="762717"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Dynamic Pricing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Event data + time of day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Auto-adjusted spot price for host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397497"/>
                  </a:ext>
                </a:extLst>
              </a:tr>
              <a:tr h="762717"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Natural Language Trip Planning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Voice/text prompt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20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Roboto Medium" panose="02000000000000000000" pitchFamily="2" charset="0"/>
                          <a:ea typeface="Roboto Medium" panose="02000000000000000000" pitchFamily="2" charset="0"/>
                          <a:cs typeface="Roboto Medium" panose="02000000000000000000" pitchFamily="2" charset="0"/>
                        </a:rPr>
                        <a:t>Full journey booked end-to-end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788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8748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E1081-ED83-5A03-3AF1-E77B4D789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26EBF3-B90A-D780-71A8-0F6F74206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95786"/>
            <a:ext cx="7045685" cy="838202"/>
          </a:xfrm>
        </p:spPr>
        <p:txBody>
          <a:bodyPr/>
          <a:lstStyle/>
          <a:p>
            <a:r>
              <a:rPr lang="en-US" dirty="0">
                <a:ea typeface="Calibri"/>
                <a:cs typeface="Calibri"/>
              </a:rPr>
              <a:t> Proof of Concept (PoC) / Prototype Demo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1E6CD-28A4-0547-FCFA-8E8B38A76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400" y="1773936"/>
            <a:ext cx="10801201" cy="2935850"/>
          </a:xfrm>
        </p:spPr>
        <p:txBody>
          <a:bodyPr spcFirstLastPara="1" vert="horz" wrap="square" lIns="121920" tIns="60960" rIns="121920" bIns="60960" rtlCol="0" anchor="t" anchorCtr="0">
            <a:normAutofit/>
          </a:bodyPr>
          <a:lstStyle/>
          <a:p>
            <a:pPr marL="0" indent="0">
              <a:spcBef>
                <a:spcPts val="27"/>
              </a:spcBef>
              <a:buNone/>
            </a:pPr>
            <a:endParaRPr lang="en-US" dirty="0">
              <a:ea typeface="Calibri"/>
              <a:cs typeface="Calibri"/>
            </a:endParaRPr>
          </a:p>
          <a:p>
            <a:pPr marL="0" indent="0">
              <a:spcBef>
                <a:spcPts val="27"/>
              </a:spcBef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312767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2403</TotalTime>
  <Words>698</Words>
  <Application>Microsoft Office PowerPoint</Application>
  <PresentationFormat>Widescreen</PresentationFormat>
  <Paragraphs>128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Roboto Medium</vt:lpstr>
      <vt:lpstr>Times New Roman</vt:lpstr>
      <vt:lpstr>1_Office Theme</vt:lpstr>
      <vt:lpstr>PowerPoint Presentation</vt:lpstr>
      <vt:lpstr>Team members &amp; roles</vt:lpstr>
      <vt:lpstr> Modified Problem Statement</vt:lpstr>
      <vt:lpstr> User/ Customer Understanding</vt:lpstr>
      <vt:lpstr>Ideal Customer Profile (ICP)</vt:lpstr>
      <vt:lpstr>Customer Persona (CP)</vt:lpstr>
      <vt:lpstr> Product USP</vt:lpstr>
      <vt:lpstr> Use Cases &amp; High level Requirements</vt:lpstr>
      <vt:lpstr> Proof of Concept (PoC) / Prototype 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Ramaraj Sri</dc:creator>
  <cp:lastModifiedBy>Shashank Naik</cp:lastModifiedBy>
  <cp:revision>8</cp:revision>
  <dcterms:created xsi:type="dcterms:W3CDTF">2025-09-17T04:00:39Z</dcterms:created>
  <dcterms:modified xsi:type="dcterms:W3CDTF">2026-03-26T12:29:09Z</dcterms:modified>
</cp:coreProperties>
</file>